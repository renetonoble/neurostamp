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081008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09728" cy="256032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</a:rPr>
              <a:t>GROUP NO : 15  (SECOND REVIEW)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FF9D"/>
                </a:solidFill>
              </a:rPr>
              <a:t>Neuro 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375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Secure Copyright Protection Using DWT-SVD Watermarking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Guide: SHILPA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2FF"/>
                </a:solidFill>
              </a:rPr>
              <a:t>GOUTHAM V E  |  RENETO NOBLE  |  PRAJITH S  |  GAUTAM G KRISHNA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TABLE OF CONTENT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607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86868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Slide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1.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Introduction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3-4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2.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Problem Definition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5-6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3.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Objective of the Work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4.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Feasibility Analysis and Tool Specification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8-9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5.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Methodology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10-12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6.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Results and Discussions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13-16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7.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SDG Mapping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8.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Task Distribution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9.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Conclusion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10.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References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Introduction [1/2]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Neuro Stamp is a web platform designed to protect digital image copyrights.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We use advanced mathematical frequency transformations to embed an invisible ownership signature.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The platform empowers original creators to indisputably prove they own their work.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Unlike metadata-based approaches, our watermark is embedded inside the image mathematics — it cannot be stripped by social media platforms.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Introduction [2/2]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Our core technology uses DWT and SVD to analyze the image and embed secure data into the image matrix.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Unlike visible watermarks, our mathematical watermark cannot be cropped or easily painted over.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This ensures copyright protection remains intact even if the image is modified, compressed, or re-shared.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Problem Definition [1/2]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Social media sites like Instagram automatically erase traditional 'EXIF' metadata from uploaded images — hence images can be easily copied.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Creators rapidly lose all visible and technical proof that they originally created the content.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Existing visible watermarks offer zero cryptographic security and are easily forged, cropped, or removed.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Problem Definition [2/2]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A modern watermark must survive compression, JPEG conversion, scaling, or added noise.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Courts lack actionable mathematical proof during serious copyright infringement disputes.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We need an invisible system that survives real-world attacks and provides undeniable digital proof.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Objective of the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Build a secure, user-friendly platform that protects images without ruining their visual quality.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Emphasize 'Blind Extraction' — watermark can be verified WITHOUT the original image.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Use military-grade AES-256-GCM encryption to legally and cryptographically secure all watermarking keys.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00FF9D"/>
                </a:solidFill>
              </a:rPr>
              <a:t>• Develop an autonomous duplicate-detection system to stop people from re-registering stolen images.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Feasibility Analysis [1/2]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6809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Analysis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Algorithm Complexity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DWT-SVD is well-established in research and efficient on modern hardware.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Data Security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AES-256-GCM for key protection ensures state-of-the-art security against database breaches.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Cross-Platform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Web-based architecture ensures usability on Mobile and Desktop.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Tool Specification [2/2]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881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6809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Python 3.10+, FastAPI (Asynchronous framework)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HTML5, Bootstrap 5, Vanilla CSS (glassmorphism theme)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Image Processing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PyWavelets, NumPy, SciPy (DCT), Pillow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AES-256-GCM (cryptography.hazmat), bcrypt, URLSafeTimedSerializer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SQLite (Local Dev) / PostgreSQL (Production)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Methodology – Embedding Flow [1/3]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FF9D"/>
                </a:solidFill>
              </a:rPr>
              <a:t>Step 1 — Color Space Conversion: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 RGB → YCbCr  (embed only in the luminance Y-channel, preserving color fidelity)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0FF9D"/>
                </a:solidFill>
              </a:rPr>
              <a:t>Step 2 — Level-1 Haar DWT: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 Decompose Y into LL, LH, HL, HH sub-bands  →  embed in LL (low-frequency, most stable)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0FF9D"/>
                </a:solidFill>
              </a:rPr>
              <a:t>Step 3 — 4×4 Block Partitioning + DCT: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 Each LL block → 2D DCT (energy compaction into DC coefficient)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0FF9D"/>
                </a:solidFill>
              </a:rPr>
              <a:t>Step 4 — SVD + Embedding: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 SVD on each DCT block  →  S[0] += α × bit  (bit ∈ {0, 1})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0FF9D"/>
                </a:solidFill>
              </a:rPr>
              <a:t>Step 5 — Reconstruct: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 Inverse SVD → Inverse DCT → Inverse DWT → Merge YCbCr → RGB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Methodology – Extraction Flow [2/3]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1.  SUSPECT IMAGE UPLOADED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2.  Generate Image Fingerprint (dHash 64-bit perceptual hash)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3.  Found in Database?  →  YES: Decrypt AES-256-GCM Key  |  NO: Not registered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4.  Apply DWT-DCT-SVD Mathematics using the decrypted S[0] key list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5.  Extract and Compare Signature against registered User UID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6.  Generate Verification Report (match % + owner identity)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Methodology – Duplicate Detection [3/3]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1.  USER UPLOADS IMAGE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2.  System extracts unique perceptual 'Digital Fingerprint' (dHash 64-bit)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3.  Compares against all images in the Global Copyright Registry (Hamming Distance)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4.  Match found?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    YES  →  REJECT UPLOAD / Warn user of detected theft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    NO   →  Proceed to Watermarking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Result [1/4]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00FF9D"/>
                </a:solidFill>
              </a:rPr>
              <a:t>• VERIFICATION ENGINE — Users can upload a suspect image and verify ownership instantly.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FF9D"/>
                </a:solidFill>
              </a:rPr>
              <a:t>• DATABASE VIEWER — Admin view shows all registered users and their copyright hashes.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FF9D"/>
                </a:solidFill>
              </a:rPr>
              <a:t>• Our custom algorithm successfully maintains absolute visual imperceptibility to the human eye.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(Note: PSNR &gt; 48 dB, SSIM &gt; 0.998 — watermark is mathematically invisible.)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Result [2/4]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00FF9D"/>
                </a:solidFill>
              </a:rPr>
              <a:t>• DUPLICATION DETECTION — The dHash perceptual fingerprint prevents re-registration of stolen assets.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FF9D"/>
                </a:solidFill>
              </a:rPr>
              <a:t>• VISUALIZATION ENGINE — Evaluators can visually see the DWT decomposition, block grid, SVD heatmap,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and difference map in real-time — proving the maths is operating correctly.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Results and Discussions [3/4]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8813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57607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Interpretation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PSNR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&gt; 48.24 dB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Imperceptible to human eye (&gt;35 dB threshold)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SSIM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0.9987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Near-perfect structural similarity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Speed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&lt; 2 seconds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Full embed+save per image on commodity hardware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Capacity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~120 bits / img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Sufficient for 15-char UID payload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Results and Discussions – Attack Analysis [4/4]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7899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502920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Attack Type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Outcome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JPEG Compression (quality 50%)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PASSED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98%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Gaussian Noise (σ=10)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PASSED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&gt; 92%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Gaussian Blur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PASSED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&gt; 92%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Scaling (resize to 50%+)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PASSED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&gt; 90%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Cropping (border 5-10%)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PARTIAL — block_offset mitigation applied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~75%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Rotation (5°)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PARTIAL — DWT grid misalignment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~60%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SDG Mapping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645920"/>
                <a:gridCol w="53035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Indicator of Success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SDG 9: Industry, Innovation and Infrastructure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Target 9.B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Providing a 'watermarked' proof of ownership for digital creators.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SDG 8: Decent Work and Economic Growth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Target 8.3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Promoting secure intellectual property rights for small creative businesses.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SDG 16: Peace, Justice and Strong Institutions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Target 16.3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Ensuring mathematical legal proof for copyright dispute resolution.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Task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Updated to reflect actual contributions as per team records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430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645920"/>
                <a:gridCol w="1097280"/>
                <a:gridCol w="2286000"/>
                <a:gridCol w="60350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Member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Roll No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FF9D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0A140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Reneto Noble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2022CS001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Algorithm Engineer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core.py (DWT-DCT-SVD engine), utils.py, block_offset crop mitigation, upload hardening, key management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Goutham V E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2022CS018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Backend &amp; Security Engineer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main.py (all API routes), database.py, AES-256-GCM encryption, bcrypt auth, CSRF/session security, requirements.txt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Gautam G Krishna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2022CS034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Frontend &amp; Visualization Engineer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login.html, index.html, visualize.html, visualizer.py, cyberpunk CSS theme, attack UI, README.md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D2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Prajith S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2022CS047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Database &amp; Integration Developer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database.py (schema &amp; helpers), /db-viewer template, project_diary.md, test_robustness.py, test_scaling_limits.py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00FF9D"/>
                </a:solidFill>
              </a:rPr>
              <a:t>• We developed a secure digital watermarking platform — Neuro Stamp.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FF9D"/>
                </a:solidFill>
              </a:rPr>
              <a:t>• Our customized DWT-DCT-SVD methodology is proven to be incredibly robust against modern internet attacks.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FF9D"/>
                </a:solidFill>
              </a:rPr>
              <a:t>• Advanced dHash integration is used to prevent 'double-spending' or re-registering stolen assets.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FF9D"/>
                </a:solidFill>
              </a:rPr>
              <a:t>• AES-256-GCM encryption guarantees that the entire core database remains impenetrable and cryptographically sound.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FF9D"/>
                </a:solidFill>
              </a:rPr>
              <a:t>• The system achieves PSNR &gt; 48 dB and SSIM &gt; 0.998, making the watermark completely invisible to the human eye.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A0A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FF9D"/>
          </a:solidFill>
          <a:ln w="63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F9D"/>
                </a:solidFill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[1]  Chang, C.C., et al. (2005). 'SVD-Based Digital Image Watermarking Scheme.' Pattern Recognition Letters.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[2]  Aslantas, V. (2009). 'An optimal robust digital image watermarking based on SVD.' Optics Communications.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[3]  Hsu, C.T., et al. (1998). 'DCT-based Watermark Recovery.' Proc. IEEE ICIP.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